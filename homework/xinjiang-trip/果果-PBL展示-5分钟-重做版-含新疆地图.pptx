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冬日新疆家庭旅行计划（PBL项目展示）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5A82"/>
                </a:solidFill>
              </a:defRPr>
            </a:pPr>
            <a:r>
              <a:t>三（11）班 果果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>
                <a:solidFill>
                  <a:srgbClr val="191919"/>
                </a:solidFill>
              </a:defRPr>
            </a:pPr>
            <a:r>
              <a:t>关键词：好玩 · 安全 · 预算合理 · 可执行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我们要解决什么问题？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>
                <a:solidFill>
                  <a:srgbClr val="191919"/>
                </a:solidFill>
              </a:defRPr>
            </a:pPr>
            <a:r>
              <a:t>寒假怎样规划一次新疆冰雪之旅，让全家都玩得开心？</a:t>
            </a:r>
          </a:p>
          <a:p>
            <a:pPr>
              <a:spcAft>
                <a:spcPts val="800"/>
              </a:spcAft>
              <a:defRPr sz="3000">
                <a:solidFill>
                  <a:srgbClr val="191919"/>
                </a:solidFill>
              </a:defRPr>
            </a:pPr>
            <a:r>
              <a:t>目标：好玩、安全、预算合理、行程可执行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我是怎么一步步完成的？（O-R-I-D）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91919"/>
                </a:solidFill>
              </a:defRPr>
            </a:pPr>
            <a:r>
              <a:t>O（客观）：查景点、天气、机票、交通，了解零下30℃低温</a:t>
            </a:r>
          </a:p>
          <a:p>
            <a:pPr>
              <a:spcAft>
                <a:spcPts val="800"/>
              </a:spcAft>
              <a:defRPr sz="2400">
                <a:solidFill>
                  <a:srgbClr val="191919"/>
                </a:solidFill>
              </a:defRPr>
            </a:pPr>
            <a:r>
              <a:t>R（反应）：全家投票，禾木/喀纳斯/赛里木湖都想去</a:t>
            </a:r>
          </a:p>
          <a:p>
            <a:pPr>
              <a:spcAft>
                <a:spcPts val="800"/>
              </a:spcAft>
              <a:defRPr sz="2400">
                <a:solidFill>
                  <a:srgbClr val="191919"/>
                </a:solidFill>
              </a:defRPr>
            </a:pPr>
            <a:r>
              <a:t>I（诠释）：设计冬季大环线，同时做预算和应急预案</a:t>
            </a:r>
          </a:p>
          <a:p>
            <a:pPr>
              <a:spcAft>
                <a:spcPts val="800"/>
              </a:spcAft>
              <a:defRPr sz="2400">
                <a:solidFill>
                  <a:srgbClr val="191919"/>
                </a:solidFill>
              </a:defRPr>
            </a:pPr>
            <a:r>
              <a:t>D（决定）：确定路线、预算、物资清单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我的路线设计（含新疆地图）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深圳 ✈ 乌鲁木齐 → 阿勒泰 → 喀纳斯 → 禾木 → 克拉玛依 → 赛里木湖 → 乌鲁木齐 ✈ 深圳</a:t>
            </a:r>
          </a:p>
        </p:txBody>
      </p:sp>
      <p:pic>
        <p:nvPicPr>
          <p:cNvPr id="4" name="Picture 3" descr="新疆地图-最终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94560"/>
            <a:ext cx="987552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我们怎么把计划落地？（预算）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191919"/>
                </a:solidFill>
              </a:defRPr>
            </a:pPr>
            <a:r>
              <a:t>总预算：约2万元（3人）</a:t>
            </a:r>
          </a:p>
          <a:p>
            <a:pPr>
              <a:spcAft>
                <a:spcPts val="800"/>
              </a:spcAft>
              <a:defRPr sz="2500">
                <a:solidFill>
                  <a:srgbClr val="191919"/>
                </a:solidFill>
              </a:defRPr>
            </a:pPr>
            <a:r>
              <a:t>机票6000｜包车5000｜住宿4000｜餐饮2500｜门票体验1500｜其他1000</a:t>
            </a:r>
          </a:p>
          <a:p>
            <a:pPr>
              <a:spcAft>
                <a:spcPts val="800"/>
              </a:spcAft>
              <a:defRPr sz="2500">
                <a:solidFill>
                  <a:srgbClr val="191919"/>
                </a:solidFill>
              </a:defRPr>
            </a:pPr>
            <a:r>
              <a:t>我学到：做计划要先算账，还要留出突发空间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冬季旅行，安全第一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保暖装备：羽绒服、雪地靴、手套、暖宝宝</a:t>
            </a:r>
          </a:p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雪地防护：防晒霜 + 墨镜</a:t>
            </a:r>
          </a:p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体能补给：热水、常用药</a:t>
            </a:r>
          </a:p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Plan B：遇到暴雪封路，延后一天再出发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我的成果和成长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成果：完成路线设计、预算方案、地图与手抄报</a:t>
            </a:r>
          </a:p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成长：学会信息搜集与比较</a:t>
            </a:r>
          </a:p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成长：学会家庭协作和表达观点</a:t>
            </a:r>
          </a:p>
          <a:p>
            <a:pPr>
              <a:spcAft>
                <a:spcPts val="800"/>
              </a:spcAft>
              <a:defRPr sz="2600">
                <a:solidFill>
                  <a:srgbClr val="191919"/>
                </a:solidFill>
              </a:defRPr>
            </a:pPr>
            <a:r>
              <a:t>成长：把想法变成可执行计划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43C6E"/>
                </a:solidFill>
              </a:defRPr>
            </a:pPr>
            <a:r>
              <a:t>谢谢大家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5A82"/>
                </a:solidFill>
              </a:defRPr>
            </a:pPr>
            <a:r>
              <a:t>旅行不只是“去玩”，更是一次真实的项目管理。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91919"/>
                </a:solidFill>
              </a:defRPr>
            </a:pPr>
            <a:r>
              <a:t>欢迎老师和同学提问！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