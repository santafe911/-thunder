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5096"/>
                </a:solidFill>
              </a:defRPr>
            </a:pPr>
            <a:r>
              <a:t>❄️ 冬日新疆家庭旅行计划 ❄️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078AA"/>
                </a:solidFill>
              </a:defRPr>
            </a:pPr>
            <a:r>
              <a:t>PBL项目展示（5分钟）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32323"/>
                </a:solidFill>
              </a:defRPr>
            </a:pPr>
            <a:r>
              <a:t>三（11）班  果果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503C"/>
                </a:solidFill>
              </a:defRPr>
            </a:pPr>
            <a:r>
              <a:t>📋 展示结构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480560"/>
            <a:ext cx="7132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第一部分：探究思路 — 我如何从问题出发，完成方案设计</a:t>
            </a:r>
          </a:p>
          <a:p>
            <a:pPr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第二部分：成果记录 — 我做出了什么，学到了什么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096"/>
                </a:solidFill>
              </a:defRPr>
            </a:pPr>
            <a:r>
              <a:t>第一部分：探究思路 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78AA"/>
                </a:solidFill>
              </a:defRPr>
            </a:pPr>
            <a:r>
              <a:t>我如何从问题出发，完成方案设计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🎯 项目标题：冬日新疆家庭旅行计划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❓ 驱动性问题：寒假怎样规划一次新疆冰雪之旅，让全家都玩得开心？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探究方法：O-R-I-D 四步法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    O（客观）收集信息 → R（反应）讨论选择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    I（诠释）制定计划 → D（决定）最终方案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096"/>
                </a:solidFill>
              </a:defRPr>
            </a:pPr>
            <a:r>
              <a:t>探究思路（1/2）：O（客观）+ R（反应）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89650"/>
                </a:solidFill>
              </a:defRPr>
            </a:pPr>
            <a:r>
              <a:t>🔎 O（客观）— 收集信息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• 我们一家三口计划寒假去新疆旅行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• 上网查新疆冬天好玩的景点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• 了解天气（冬天零下20-30度！🥶）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• 查了深圳到乌鲁木齐的机票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• 喀纳斯禾木是最美雪乡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• 赛里木湖有蓝冰奇观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• 阿勒泰有很棒的滑雪场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8228"/>
                </a:solidFill>
              </a:defRPr>
            </a:pPr>
            <a:r>
              <a:t>💬 R（反应）— 讨论与选择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全家投票最想去的地方：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🧒 果果 → 禾木雪乡（学滑雪！⛷️）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👨 爸爸 → 赛里木湖（看蓝冰、坐越野车）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👩 妈妈 → 喀纳斯（拍雪景照片 📸）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✅ 讨论结果：全部都去！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设计一条大环线把所有地方串起来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096"/>
                </a:solidFill>
              </a:defRPr>
            </a:pPr>
            <a:r>
              <a:t>探究思路（2/2）：I（诠释）+ D（决定）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246AA"/>
                </a:solidFill>
              </a:defRPr>
            </a:pPr>
            <a:r>
              <a:t>📝 I（诠释）— 制定计划（9天行程）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D1 深圳飞乌鲁木齐 ✈️  |  D2 穿越古尔班通古特沙漠→将军山日落 🏜️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D3 泰加林→喀纳斯三湾（卧龙湾·月亮湾·神仙湾）🏔️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D4 禾木雪乡·旅拍·篝火晚会·泼水成冰 ❄️  |  D5 吉克普林滑雪场学滑雪 ⛷️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D6 禾木日出→百里油田→克拉玛依  |  D7 赛里木湖环湖·UTV越野车·火锅 🚙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D8 赛里木湖日出→返回乌鲁木齐  |  D9 飞回温暖的家 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503C"/>
                </a:solidFill>
              </a:defRPr>
            </a:pPr>
            <a:r>
              <a:t>✅ D（决定）— 最终方案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✅ 出行方式：飞机 + 包车    ✅ 路线：新疆冬季大环线    ✅ 预算：约2万元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✅ 必带清单：保暖衣物、相机充电宝、零食热水壶、常用药品</a:t>
            </a:r>
          </a:p>
          <a:p>
            <a:pPr>
              <a:spcAft>
                <a:spcPts val="500"/>
              </a:spcAft>
              <a:defRPr sz="1800">
                <a:solidFill>
                  <a:srgbClr val="232323"/>
                </a:solidFill>
              </a:defRPr>
            </a:pPr>
            <a:r>
              <a:t>✅ 特别准备：Plan B — 暴雪封路就多住一天，安全第一 🛡️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096"/>
                </a:solidFill>
              </a:defRPr>
            </a:pPr>
            <a:r>
              <a:t>第二部分：成果记录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78AA"/>
                </a:solidFill>
              </a:defRPr>
            </a:pPr>
            <a:r>
              <a:t>我做出了什么？学到了什么？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32323"/>
                </a:solidFill>
              </a:defRPr>
            </a:pPr>
            <a:r>
              <a:t>🗺️ 旅行路线图（含新疆地图）</a:t>
            </a:r>
          </a:p>
          <a:p>
            <a:pPr>
              <a:spcAft>
                <a:spcPts val="1000"/>
              </a:spcAft>
              <a:defRPr sz="2400">
                <a:solidFill>
                  <a:srgbClr val="232323"/>
                </a:solidFill>
              </a:defRPr>
            </a:pPr>
            <a:r>
              <a:t>📸 旅行精彩瞬间</a:t>
            </a:r>
          </a:p>
          <a:p>
            <a:pPr>
              <a:spcAft>
                <a:spcPts val="1000"/>
              </a:spcAft>
              <a:defRPr sz="2400">
                <a:solidFill>
                  <a:srgbClr val="232323"/>
                </a:solidFill>
              </a:defRPr>
            </a:pPr>
            <a:r>
              <a:t>💰 旅行花费清单</a:t>
            </a:r>
          </a:p>
          <a:p>
            <a:pPr>
              <a:spcAft>
                <a:spcPts val="1000"/>
              </a:spcAft>
              <a:defRPr sz="2400">
                <a:solidFill>
                  <a:srgbClr val="232323"/>
                </a:solidFill>
              </a:defRPr>
            </a:pPr>
            <a:r>
              <a:t>❄️ 新疆冬季小知识</a:t>
            </a:r>
          </a:p>
          <a:p>
            <a:pPr>
              <a:spcAft>
                <a:spcPts val="1000"/>
              </a:spcAft>
              <a:defRPr sz="2400">
                <a:solidFill>
                  <a:srgbClr val="232323"/>
                </a:solidFill>
              </a:defRPr>
            </a:pPr>
            <a:r>
              <a:t>💭 我的旅行感想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096"/>
                </a:solidFill>
              </a:defRPr>
            </a:pPr>
            <a:r>
              <a:t>成果记录（1/2）：路线图与精彩瞬间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9650"/>
                </a:solidFill>
              </a:defRPr>
            </a:pPr>
            <a:r>
              <a:t>🗺️ 旅行路线图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</a:defRPr>
            </a:pPr>
            <a:r>
              <a:t>深圳 ✈ 乌鲁木齐 🚗 阿勒泰 🚗 喀纳斯 🚗 禾木 🚗 克拉玛依 🚗 赛里木湖 🚗 乌鲁木齐 ✈ 深圳</a:t>
            </a:r>
          </a:p>
        </p:txBody>
      </p:sp>
      <p:pic>
        <p:nvPicPr>
          <p:cNvPr id="6" name="Picture 5" descr="新疆地图-最终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68880"/>
            <a:ext cx="5486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8228"/>
                </a:solidFill>
              </a:defRPr>
            </a:pPr>
            <a:r>
              <a:t>📸 旅行精彩瞬间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</a:defRPr>
            </a:pPr>
            <a:r>
              <a:t>🏜️ 穿越古尔班通古特沙漠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</a:defRPr>
            </a:pPr>
            <a:r>
              <a:t>🏔️ 喀纳斯三湾：白雪覆盖像仙境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</a:defRPr>
            </a:pPr>
            <a:r>
              <a:t>🏡 禾木雪乡：童话世界的雪中小木屋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</a:defRPr>
            </a:pPr>
            <a:r>
              <a:t>⛷️ 第一次学滑雪，摔了好多次但超好玩！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</a:defRPr>
            </a:pPr>
            <a:r>
              <a:t>🧊 赛里木湖蓝冰 + UTV冰面飘移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</a:defRPr>
            </a:pPr>
            <a:r>
              <a:t>🍖 乌鲁木齐美食：烤包子、一把抓、馕 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096"/>
                </a:solidFill>
              </a:defRPr>
            </a:pPr>
            <a:r>
              <a:t>成果记录（2/2）：花费、小知识与感想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9650"/>
                </a:solidFill>
              </a:defRPr>
            </a:pPr>
            <a:r>
              <a:t>💰 旅行花费清单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32323"/>
                </a:solidFill>
              </a:defRPr>
            </a:pPr>
            <a:r>
              <a:t>✈️ 机票 6000 元</a:t>
            </a:r>
          </a:p>
          <a:p>
            <a:pPr>
              <a:spcAft>
                <a:spcPts val="400"/>
              </a:spcAft>
              <a:defRPr sz="1800">
                <a:solidFill>
                  <a:srgbClr val="232323"/>
                </a:solidFill>
              </a:defRPr>
            </a:pPr>
            <a:r>
              <a:t>🚗 包车 5000 元</a:t>
            </a:r>
          </a:p>
          <a:p>
            <a:pPr>
              <a:spcAft>
                <a:spcPts val="400"/>
              </a:spcAft>
              <a:defRPr sz="1800">
                <a:solidFill>
                  <a:srgbClr val="232323"/>
                </a:solidFill>
              </a:defRPr>
            </a:pPr>
            <a:r>
              <a:t>🏨 住宿 4000 元</a:t>
            </a:r>
          </a:p>
          <a:p>
            <a:pPr>
              <a:spcAft>
                <a:spcPts val="400"/>
              </a:spcAft>
              <a:defRPr sz="1800">
                <a:solidFill>
                  <a:srgbClr val="232323"/>
                </a:solidFill>
              </a:defRPr>
            </a:pPr>
            <a:r>
              <a:t>🍜 餐饮 2500 元</a:t>
            </a:r>
          </a:p>
          <a:p>
            <a:pPr>
              <a:spcAft>
                <a:spcPts val="400"/>
              </a:spcAft>
              <a:defRPr sz="1800">
                <a:solidFill>
                  <a:srgbClr val="232323"/>
                </a:solidFill>
              </a:defRPr>
            </a:pPr>
            <a:r>
              <a:t>🎿 门票体验 1500 元</a:t>
            </a:r>
          </a:p>
          <a:p>
            <a:pPr>
              <a:spcAft>
                <a:spcPts val="400"/>
              </a:spcAft>
              <a:defRPr sz="1800">
                <a:solidFill>
                  <a:srgbClr val="232323"/>
                </a:solidFill>
              </a:defRPr>
            </a:pPr>
            <a:r>
              <a:t>🛍️ 其他 1000 元</a:t>
            </a:r>
          </a:p>
          <a:p>
            <a:pPr>
              <a:spcAft>
                <a:spcPts val="400"/>
              </a:spcAft>
              <a:defRPr sz="1800">
                <a:solidFill>
                  <a:srgbClr val="232323"/>
                </a:solidFill>
              </a:defRPr>
            </a:pPr>
            <a:r>
              <a:t>💵 合计约 20000 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246AA"/>
                </a:solidFill>
              </a:defRPr>
            </a:pPr>
            <a:r>
              <a:t>❄️ 新疆冬季小知识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32323"/>
                </a:solidFill>
              </a:defRPr>
            </a:pPr>
            <a:r>
              <a:t>🌡️ 冬天最冷零下30度！</a:t>
            </a:r>
          </a:p>
          <a:p>
            <a:pPr>
              <a:spcAft>
                <a:spcPts val="400"/>
              </a:spcAft>
              <a:defRPr sz="1600">
                <a:solidFill>
                  <a:srgbClr val="232323"/>
                </a:solidFill>
              </a:defRPr>
            </a:pPr>
            <a:r>
              <a:t>🧣 必穿羽绒服雪地靴，戴好帽子手套</a:t>
            </a:r>
          </a:p>
          <a:p>
            <a:pPr>
              <a:spcAft>
                <a:spcPts val="400"/>
              </a:spcAft>
              <a:defRPr sz="1600">
                <a:solidFill>
                  <a:srgbClr val="232323"/>
                </a:solidFill>
              </a:defRPr>
            </a:pPr>
            <a:r>
              <a:t>☀️ 雪地反光要涂防晒戴墨镜</a:t>
            </a:r>
          </a:p>
          <a:p>
            <a:pPr>
              <a:spcAft>
                <a:spcPts val="400"/>
              </a:spcAft>
              <a:defRPr sz="1600">
                <a:solidFill>
                  <a:srgbClr val="232323"/>
                </a:solidFill>
              </a:defRPr>
            </a:pPr>
            <a:r>
              <a:t>🫖 随身带热水壶暖身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8228"/>
                </a:solidFill>
              </a:defRPr>
            </a:pPr>
            <a:r>
              <a:t>💭 我的旅行感想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第一次去新疆，第一次看到这么大的雪！</a:t>
            </a: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最难忘：禾木雪中小木屋，早上推开门</a:t>
            </a: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整个世界都是白色的，美得像画一样 🎨</a:t>
            </a: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第一次学滑雪，开始一直摔跤</a:t>
            </a: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后来慢慢学会了，觉得自己很厉害！😆</a:t>
            </a: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赛里木湖蓝冰太震撼，坐越野车</a:t>
            </a: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在冰面飘移，又害怕又兴奋！</a:t>
            </a: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新疆美食太好吃，烤包子吃了好几个 🤤</a:t>
            </a:r>
          </a:p>
          <a:p>
            <a:pPr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下次还想去看看夏天的新疆 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C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5096"/>
                </a:solidFill>
              </a:defRPr>
            </a:pPr>
            <a:r>
              <a:t>谢谢大家！🙏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503C"/>
                </a:solidFill>
              </a:defRPr>
            </a:pPr>
            <a: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00400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• 我学会了：从真实问题出发，收集信息、讨论决策、形成可执行方案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• 这次PBL让我明白：旅行不只是"去玩"，更是一次真实的问题解决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• 手抄报被学校选中展示，我很开心！🎉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5096"/>
                </a:solidFill>
              </a:defRPr>
            </a:pPr>
            <a:r>
              <a:t>欢迎老师和同学提问！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